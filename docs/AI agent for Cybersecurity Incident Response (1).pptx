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  <p:sldId id="259" r:id="rId4"/>
    <p:sldId id="262" r:id="rId5"/>
    <p:sldId id="263" r:id="rId6"/>
  </p:sldIdLst>
  <p:sldSz cx="18288000" cy="10287000"/>
  <p:notesSz cx="6858000" cy="9144000"/>
  <p:embeddedFontLst>
    <p:embeddedFont>
      <p:font typeface="Montserrat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240375" y="8165445"/>
            <a:ext cx="47625" cy="1092855"/>
            <a:chOff x="0" y="0"/>
            <a:chExt cx="12543" cy="2878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287830"/>
            </a:xfrm>
            <a:custGeom>
              <a:avLst/>
              <a:gdLst/>
              <a:ahLst/>
              <a:cxnLst/>
              <a:rect l="l" t="t" r="r" b="b"/>
              <a:pathLst>
                <a:path w="12543" h="287830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97483" y="1203443"/>
            <a:ext cx="10893033" cy="77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Agent for Cybersecurity Incident Response</a:t>
            </a:r>
            <a:endParaRPr lang="en-US" sz="32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623358" y="2438144"/>
            <a:ext cx="17150292" cy="7194994"/>
            <a:chOff x="0" y="0"/>
            <a:chExt cx="4517009" cy="1894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17009" cy="1894967"/>
            </a:xfrm>
            <a:custGeom>
              <a:avLst/>
              <a:gdLst/>
              <a:ahLst/>
              <a:cxnLst/>
              <a:rect l="l" t="t" r="r" b="b"/>
              <a:pathLst>
                <a:path w="4517009" h="1894967">
                  <a:moveTo>
                    <a:pt x="4517009" y="15800"/>
                  </a:moveTo>
                  <a:lnTo>
                    <a:pt x="4517009" y="1879167"/>
                  </a:lnTo>
                  <a:cubicBezTo>
                    <a:pt x="4517009" y="1887893"/>
                    <a:pt x="4509936" y="1894967"/>
                    <a:pt x="4501210" y="1894967"/>
                  </a:cubicBezTo>
                  <a:lnTo>
                    <a:pt x="15800" y="1894967"/>
                  </a:lnTo>
                  <a:cubicBezTo>
                    <a:pt x="7074" y="1894967"/>
                    <a:pt x="0" y="1887893"/>
                    <a:pt x="0" y="1879167"/>
                  </a:cubicBezTo>
                  <a:lnTo>
                    <a:pt x="0" y="15800"/>
                  </a:lnTo>
                  <a:cubicBezTo>
                    <a:pt x="0" y="7074"/>
                    <a:pt x="7074" y="0"/>
                    <a:pt x="15800" y="0"/>
                  </a:cubicBezTo>
                  <a:lnTo>
                    <a:pt x="4501210" y="0"/>
                  </a:lnTo>
                  <a:cubicBezTo>
                    <a:pt x="4505400" y="0"/>
                    <a:pt x="4509419" y="1665"/>
                    <a:pt x="4512382" y="4628"/>
                  </a:cubicBezTo>
                  <a:cubicBezTo>
                    <a:pt x="4515345" y="7591"/>
                    <a:pt x="4517009" y="11609"/>
                    <a:pt x="4517009" y="15800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200" dirty="0">
                  <a:solidFill>
                    <a:schemeClr val="bg1"/>
                  </a:solidFill>
                </a:rPr>
                <a:t>Domain : Cybersecurity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endParaRPr lang="en-US" sz="3200" dirty="0">
                <a:solidFill>
                  <a:schemeClr val="bg1"/>
                </a:solidFill>
              </a:endParaRP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200" dirty="0">
                  <a:solidFill>
                    <a:schemeClr val="bg1"/>
                  </a:solidFill>
                </a:rPr>
                <a:t>Tech Stack : React.js, Node.js, HTML, CSS, JavaScript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endParaRPr lang="en-US" sz="3200" dirty="0">
                <a:solidFill>
                  <a:schemeClr val="bg1"/>
                </a:solidFill>
              </a:endParaRP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200" dirty="0">
                  <a:solidFill>
                    <a:schemeClr val="bg1"/>
                  </a:solidFill>
                </a:rPr>
                <a:t>Purpose : Analyze Cybersecurity incidents and provide </a:t>
              </a:r>
              <a:r>
                <a:rPr lang="en-US" sz="3200" dirty="0" err="1">
                  <a:solidFill>
                    <a:schemeClr val="bg1"/>
                  </a:solidFill>
                </a:rPr>
                <a:t>severity,impact</a:t>
              </a:r>
              <a:r>
                <a:rPr lang="en-US" sz="3200" dirty="0">
                  <a:solidFill>
                    <a:schemeClr val="bg1"/>
                  </a:solidFill>
                </a:rPr>
                <a:t> and response recommendations.</a:t>
              </a:r>
              <a:endParaRPr lang="en-IN" sz="320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17009" cy="1933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47625" y="-144661"/>
            <a:ext cx="18288000" cy="119783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4890650" y="302686"/>
            <a:ext cx="3397350" cy="430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240375" y="8165445"/>
            <a:ext cx="47625" cy="1092855"/>
            <a:chOff x="0" y="0"/>
            <a:chExt cx="12543" cy="2878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287830"/>
            </a:xfrm>
            <a:custGeom>
              <a:avLst/>
              <a:gdLst/>
              <a:ahLst/>
              <a:cxnLst/>
              <a:rect l="l" t="t" r="r" b="b"/>
              <a:pathLst>
                <a:path w="12543" h="287830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42968" y="1203273"/>
            <a:ext cx="9602063" cy="85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50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DETAILS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3358" y="2438144"/>
            <a:ext cx="17150292" cy="7194994"/>
            <a:chOff x="0" y="0"/>
            <a:chExt cx="4517009" cy="1894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17009" cy="1894967"/>
            </a:xfrm>
            <a:custGeom>
              <a:avLst/>
              <a:gdLst/>
              <a:ahLst/>
              <a:cxnLst/>
              <a:rect l="l" t="t" r="r" b="b"/>
              <a:pathLst>
                <a:path w="4517009" h="1894967">
                  <a:moveTo>
                    <a:pt x="4517009" y="15800"/>
                  </a:moveTo>
                  <a:lnTo>
                    <a:pt x="4517009" y="1879167"/>
                  </a:lnTo>
                  <a:cubicBezTo>
                    <a:pt x="4517009" y="1887893"/>
                    <a:pt x="4509936" y="1894967"/>
                    <a:pt x="4501210" y="1894967"/>
                  </a:cubicBezTo>
                  <a:lnTo>
                    <a:pt x="15800" y="1894967"/>
                  </a:lnTo>
                  <a:cubicBezTo>
                    <a:pt x="7074" y="1894967"/>
                    <a:pt x="0" y="1887893"/>
                    <a:pt x="0" y="1879167"/>
                  </a:cubicBezTo>
                  <a:lnTo>
                    <a:pt x="0" y="15800"/>
                  </a:lnTo>
                  <a:cubicBezTo>
                    <a:pt x="0" y="7074"/>
                    <a:pt x="7074" y="0"/>
                    <a:pt x="15800" y="0"/>
                  </a:cubicBezTo>
                  <a:lnTo>
                    <a:pt x="4501210" y="0"/>
                  </a:lnTo>
                  <a:cubicBezTo>
                    <a:pt x="4505400" y="0"/>
                    <a:pt x="4509419" y="1665"/>
                    <a:pt x="4512382" y="4628"/>
                  </a:cubicBezTo>
                  <a:cubicBezTo>
                    <a:pt x="4515345" y="7591"/>
                    <a:pt x="4517009" y="11609"/>
                    <a:pt x="4517009" y="15800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17009" cy="1933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890650" y="302686"/>
            <a:ext cx="3397350" cy="430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8677" y="2812971"/>
            <a:ext cx="9602063" cy="61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Number : </a:t>
            </a:r>
          </a:p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MEMBERS :</a:t>
            </a:r>
          </a:p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 NO : 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349867" y="3884099"/>
            <a:ext cx="11909433" cy="975671"/>
            <a:chOff x="0" y="0"/>
            <a:chExt cx="4743688" cy="3886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43688" cy="388616"/>
            </a:xfrm>
            <a:custGeom>
              <a:avLst/>
              <a:gdLst/>
              <a:ahLst/>
              <a:cxnLst/>
              <a:rect l="l" t="t" r="r" b="b"/>
              <a:pathLst>
                <a:path w="4743688" h="388616">
                  <a:moveTo>
                    <a:pt x="4743688" y="23402"/>
                  </a:moveTo>
                  <a:lnTo>
                    <a:pt x="4743688" y="365213"/>
                  </a:lnTo>
                  <a:cubicBezTo>
                    <a:pt x="4743688" y="371420"/>
                    <a:pt x="4741222" y="377372"/>
                    <a:pt x="4736833" y="381761"/>
                  </a:cubicBezTo>
                  <a:cubicBezTo>
                    <a:pt x="4732444" y="386150"/>
                    <a:pt x="4726492" y="388616"/>
                    <a:pt x="4720285" y="388616"/>
                  </a:cubicBezTo>
                  <a:lnTo>
                    <a:pt x="23402" y="388616"/>
                  </a:lnTo>
                  <a:cubicBezTo>
                    <a:pt x="17196" y="388616"/>
                    <a:pt x="11243" y="386150"/>
                    <a:pt x="6854" y="381761"/>
                  </a:cubicBezTo>
                  <a:cubicBezTo>
                    <a:pt x="2466" y="377372"/>
                    <a:pt x="0" y="371420"/>
                    <a:pt x="0" y="365213"/>
                  </a:cubicBezTo>
                  <a:lnTo>
                    <a:pt x="0" y="23402"/>
                  </a:lnTo>
                  <a:cubicBezTo>
                    <a:pt x="0" y="17196"/>
                    <a:pt x="2466" y="11243"/>
                    <a:pt x="6854" y="6854"/>
                  </a:cubicBezTo>
                  <a:cubicBezTo>
                    <a:pt x="11243" y="2466"/>
                    <a:pt x="17196" y="0"/>
                    <a:pt x="23402" y="0"/>
                  </a:cubicBezTo>
                  <a:lnTo>
                    <a:pt x="4720285" y="0"/>
                  </a:lnTo>
                  <a:cubicBezTo>
                    <a:pt x="4726492" y="0"/>
                    <a:pt x="4732444" y="2466"/>
                    <a:pt x="4736833" y="6854"/>
                  </a:cubicBezTo>
                  <a:cubicBezTo>
                    <a:pt x="4741222" y="11243"/>
                    <a:pt x="4743688" y="17196"/>
                    <a:pt x="4743688" y="23402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Sneha Mishra</a:t>
              </a:r>
              <a:endParaRPr lang="en-IN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743688" cy="42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49867" y="4987970"/>
            <a:ext cx="11909433" cy="975671"/>
            <a:chOff x="0" y="0"/>
            <a:chExt cx="4743688" cy="3886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43688" cy="388616"/>
            </a:xfrm>
            <a:custGeom>
              <a:avLst/>
              <a:gdLst/>
              <a:ahLst/>
              <a:cxnLst/>
              <a:rect l="l" t="t" r="r" b="b"/>
              <a:pathLst>
                <a:path w="4743688" h="388616">
                  <a:moveTo>
                    <a:pt x="4743688" y="23402"/>
                  </a:moveTo>
                  <a:lnTo>
                    <a:pt x="4743688" y="365213"/>
                  </a:lnTo>
                  <a:cubicBezTo>
                    <a:pt x="4743688" y="371420"/>
                    <a:pt x="4741222" y="377372"/>
                    <a:pt x="4736833" y="381761"/>
                  </a:cubicBezTo>
                  <a:cubicBezTo>
                    <a:pt x="4732444" y="386150"/>
                    <a:pt x="4726492" y="388616"/>
                    <a:pt x="4720285" y="388616"/>
                  </a:cubicBezTo>
                  <a:lnTo>
                    <a:pt x="23402" y="388616"/>
                  </a:lnTo>
                  <a:cubicBezTo>
                    <a:pt x="17196" y="388616"/>
                    <a:pt x="11243" y="386150"/>
                    <a:pt x="6854" y="381761"/>
                  </a:cubicBezTo>
                  <a:cubicBezTo>
                    <a:pt x="2466" y="377372"/>
                    <a:pt x="0" y="371420"/>
                    <a:pt x="0" y="365213"/>
                  </a:cubicBezTo>
                  <a:lnTo>
                    <a:pt x="0" y="23402"/>
                  </a:lnTo>
                  <a:cubicBezTo>
                    <a:pt x="0" y="17196"/>
                    <a:pt x="2466" y="11243"/>
                    <a:pt x="6854" y="6854"/>
                  </a:cubicBezTo>
                  <a:cubicBezTo>
                    <a:pt x="11243" y="2466"/>
                    <a:pt x="17196" y="0"/>
                    <a:pt x="23402" y="0"/>
                  </a:cubicBezTo>
                  <a:lnTo>
                    <a:pt x="4720285" y="0"/>
                  </a:lnTo>
                  <a:cubicBezTo>
                    <a:pt x="4726492" y="0"/>
                    <a:pt x="4732444" y="2466"/>
                    <a:pt x="4736833" y="6854"/>
                  </a:cubicBezTo>
                  <a:cubicBezTo>
                    <a:pt x="4741222" y="11243"/>
                    <a:pt x="4743688" y="17196"/>
                    <a:pt x="4743688" y="23402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Shreya More</a:t>
              </a:r>
              <a:endParaRPr lang="en-IN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743688" cy="42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49867" y="6088872"/>
            <a:ext cx="11909433" cy="975671"/>
            <a:chOff x="0" y="0"/>
            <a:chExt cx="4743688" cy="3886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43688" cy="388616"/>
            </a:xfrm>
            <a:custGeom>
              <a:avLst/>
              <a:gdLst/>
              <a:ahLst/>
              <a:cxnLst/>
              <a:rect l="l" t="t" r="r" b="b"/>
              <a:pathLst>
                <a:path w="4743688" h="388616">
                  <a:moveTo>
                    <a:pt x="4743688" y="23402"/>
                  </a:moveTo>
                  <a:lnTo>
                    <a:pt x="4743688" y="365213"/>
                  </a:lnTo>
                  <a:cubicBezTo>
                    <a:pt x="4743688" y="371420"/>
                    <a:pt x="4741222" y="377372"/>
                    <a:pt x="4736833" y="381761"/>
                  </a:cubicBezTo>
                  <a:cubicBezTo>
                    <a:pt x="4732444" y="386150"/>
                    <a:pt x="4726492" y="388616"/>
                    <a:pt x="4720285" y="388616"/>
                  </a:cubicBezTo>
                  <a:lnTo>
                    <a:pt x="23402" y="388616"/>
                  </a:lnTo>
                  <a:cubicBezTo>
                    <a:pt x="17196" y="388616"/>
                    <a:pt x="11243" y="386150"/>
                    <a:pt x="6854" y="381761"/>
                  </a:cubicBezTo>
                  <a:cubicBezTo>
                    <a:pt x="2466" y="377372"/>
                    <a:pt x="0" y="371420"/>
                    <a:pt x="0" y="365213"/>
                  </a:cubicBezTo>
                  <a:lnTo>
                    <a:pt x="0" y="23402"/>
                  </a:lnTo>
                  <a:cubicBezTo>
                    <a:pt x="0" y="17196"/>
                    <a:pt x="2466" y="11243"/>
                    <a:pt x="6854" y="6854"/>
                  </a:cubicBezTo>
                  <a:cubicBezTo>
                    <a:pt x="11243" y="2466"/>
                    <a:pt x="17196" y="0"/>
                    <a:pt x="23402" y="0"/>
                  </a:cubicBezTo>
                  <a:lnTo>
                    <a:pt x="4720285" y="0"/>
                  </a:lnTo>
                  <a:cubicBezTo>
                    <a:pt x="4726492" y="0"/>
                    <a:pt x="4732444" y="2466"/>
                    <a:pt x="4736833" y="6854"/>
                  </a:cubicBezTo>
                  <a:cubicBezTo>
                    <a:pt x="4741222" y="11243"/>
                    <a:pt x="4743688" y="17196"/>
                    <a:pt x="4743688" y="23402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Isha Mandpe</a:t>
              </a:r>
              <a:endParaRPr lang="en-IN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743688" cy="42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49867" y="7189774"/>
            <a:ext cx="11909433" cy="975671"/>
            <a:chOff x="0" y="0"/>
            <a:chExt cx="4743688" cy="3886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743688" cy="388616"/>
            </a:xfrm>
            <a:custGeom>
              <a:avLst/>
              <a:gdLst/>
              <a:ahLst/>
              <a:cxnLst/>
              <a:rect l="l" t="t" r="r" b="b"/>
              <a:pathLst>
                <a:path w="4743688" h="388616">
                  <a:moveTo>
                    <a:pt x="4743688" y="23402"/>
                  </a:moveTo>
                  <a:lnTo>
                    <a:pt x="4743688" y="365213"/>
                  </a:lnTo>
                  <a:cubicBezTo>
                    <a:pt x="4743688" y="371420"/>
                    <a:pt x="4741222" y="377372"/>
                    <a:pt x="4736833" y="381761"/>
                  </a:cubicBezTo>
                  <a:cubicBezTo>
                    <a:pt x="4732444" y="386150"/>
                    <a:pt x="4726492" y="388616"/>
                    <a:pt x="4720285" y="388616"/>
                  </a:cubicBezTo>
                  <a:lnTo>
                    <a:pt x="23402" y="388616"/>
                  </a:lnTo>
                  <a:cubicBezTo>
                    <a:pt x="17196" y="388616"/>
                    <a:pt x="11243" y="386150"/>
                    <a:pt x="6854" y="381761"/>
                  </a:cubicBezTo>
                  <a:cubicBezTo>
                    <a:pt x="2466" y="377372"/>
                    <a:pt x="0" y="371420"/>
                    <a:pt x="0" y="365213"/>
                  </a:cubicBezTo>
                  <a:lnTo>
                    <a:pt x="0" y="23402"/>
                  </a:lnTo>
                  <a:cubicBezTo>
                    <a:pt x="0" y="17196"/>
                    <a:pt x="2466" y="11243"/>
                    <a:pt x="6854" y="6854"/>
                  </a:cubicBezTo>
                  <a:cubicBezTo>
                    <a:pt x="11243" y="2466"/>
                    <a:pt x="17196" y="0"/>
                    <a:pt x="23402" y="0"/>
                  </a:cubicBezTo>
                  <a:lnTo>
                    <a:pt x="4720285" y="0"/>
                  </a:lnTo>
                  <a:cubicBezTo>
                    <a:pt x="4726492" y="0"/>
                    <a:pt x="4732444" y="2466"/>
                    <a:pt x="4736833" y="6854"/>
                  </a:cubicBezTo>
                  <a:cubicBezTo>
                    <a:pt x="4741222" y="11243"/>
                    <a:pt x="4743688" y="17196"/>
                    <a:pt x="4743688" y="23402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Pranjal Kardile</a:t>
              </a:r>
              <a:endParaRPr lang="en-IN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743688" cy="42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49867" y="2784603"/>
            <a:ext cx="11909433" cy="975671"/>
            <a:chOff x="0" y="0"/>
            <a:chExt cx="4743688" cy="3886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43688" cy="388616"/>
            </a:xfrm>
            <a:custGeom>
              <a:avLst/>
              <a:gdLst/>
              <a:ahLst/>
              <a:cxnLst/>
              <a:rect l="l" t="t" r="r" b="b"/>
              <a:pathLst>
                <a:path w="4743688" h="388616">
                  <a:moveTo>
                    <a:pt x="4743688" y="23402"/>
                  </a:moveTo>
                  <a:lnTo>
                    <a:pt x="4743688" y="365213"/>
                  </a:lnTo>
                  <a:cubicBezTo>
                    <a:pt x="4743688" y="371420"/>
                    <a:pt x="4741222" y="377372"/>
                    <a:pt x="4736833" y="381761"/>
                  </a:cubicBezTo>
                  <a:cubicBezTo>
                    <a:pt x="4732444" y="386150"/>
                    <a:pt x="4726492" y="388616"/>
                    <a:pt x="4720285" y="388616"/>
                  </a:cubicBezTo>
                  <a:lnTo>
                    <a:pt x="23402" y="388616"/>
                  </a:lnTo>
                  <a:cubicBezTo>
                    <a:pt x="17196" y="388616"/>
                    <a:pt x="11243" y="386150"/>
                    <a:pt x="6854" y="381761"/>
                  </a:cubicBezTo>
                  <a:cubicBezTo>
                    <a:pt x="2466" y="377372"/>
                    <a:pt x="0" y="371420"/>
                    <a:pt x="0" y="365213"/>
                  </a:cubicBezTo>
                  <a:lnTo>
                    <a:pt x="0" y="23402"/>
                  </a:lnTo>
                  <a:cubicBezTo>
                    <a:pt x="0" y="17196"/>
                    <a:pt x="2466" y="11243"/>
                    <a:pt x="6854" y="6854"/>
                  </a:cubicBezTo>
                  <a:cubicBezTo>
                    <a:pt x="11243" y="2466"/>
                    <a:pt x="17196" y="0"/>
                    <a:pt x="23402" y="0"/>
                  </a:cubicBezTo>
                  <a:lnTo>
                    <a:pt x="4720285" y="0"/>
                  </a:lnTo>
                  <a:cubicBezTo>
                    <a:pt x="4726492" y="0"/>
                    <a:pt x="4732444" y="2466"/>
                    <a:pt x="4736833" y="6854"/>
                  </a:cubicBezTo>
                  <a:cubicBezTo>
                    <a:pt x="4741222" y="11243"/>
                    <a:pt x="4743688" y="17196"/>
                    <a:pt x="4743688" y="23402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103</a:t>
              </a:r>
              <a:endParaRPr lang="en-IN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743688" cy="42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86224" y="8289270"/>
            <a:ext cx="9573076" cy="975671"/>
            <a:chOff x="0" y="0"/>
            <a:chExt cx="3813085" cy="3886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813085" cy="388616"/>
            </a:xfrm>
            <a:custGeom>
              <a:avLst/>
              <a:gdLst/>
              <a:ahLst/>
              <a:cxnLst/>
              <a:rect l="l" t="t" r="r" b="b"/>
              <a:pathLst>
                <a:path w="3813085" h="388616">
                  <a:moveTo>
                    <a:pt x="3813085" y="29114"/>
                  </a:moveTo>
                  <a:lnTo>
                    <a:pt x="3813085" y="359502"/>
                  </a:lnTo>
                  <a:cubicBezTo>
                    <a:pt x="3813085" y="367223"/>
                    <a:pt x="3810018" y="374629"/>
                    <a:pt x="3804558" y="380088"/>
                  </a:cubicBezTo>
                  <a:cubicBezTo>
                    <a:pt x="3799098" y="385548"/>
                    <a:pt x="3791693" y="388616"/>
                    <a:pt x="3783972" y="388616"/>
                  </a:cubicBezTo>
                  <a:lnTo>
                    <a:pt x="29114" y="388616"/>
                  </a:lnTo>
                  <a:cubicBezTo>
                    <a:pt x="13035" y="388616"/>
                    <a:pt x="0" y="375581"/>
                    <a:pt x="0" y="359502"/>
                  </a:cubicBezTo>
                  <a:lnTo>
                    <a:pt x="0" y="29114"/>
                  </a:lnTo>
                  <a:cubicBezTo>
                    <a:pt x="0" y="13035"/>
                    <a:pt x="13035" y="0"/>
                    <a:pt x="29114" y="0"/>
                  </a:cubicBezTo>
                  <a:lnTo>
                    <a:pt x="3783972" y="0"/>
                  </a:lnTo>
                  <a:cubicBezTo>
                    <a:pt x="3800051" y="0"/>
                    <a:pt x="3813085" y="13035"/>
                    <a:pt x="3813085" y="29114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r>
                <a:rPr lang="en-US" sz="4800" b="1" dirty="0">
                  <a:solidFill>
                    <a:schemeClr val="bg1"/>
                  </a:solidFill>
                </a:rPr>
                <a:t>21</a:t>
              </a:r>
              <a:endParaRPr lang="en-IN" sz="48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813085" cy="42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240375" y="8165445"/>
            <a:ext cx="47625" cy="1092855"/>
            <a:chOff x="0" y="0"/>
            <a:chExt cx="12543" cy="2878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287830"/>
            </a:xfrm>
            <a:custGeom>
              <a:avLst/>
              <a:gdLst/>
              <a:ahLst/>
              <a:cxnLst/>
              <a:rect l="l" t="t" r="r" b="b"/>
              <a:pathLst>
                <a:path w="12543" h="287830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1809" y="1203443"/>
            <a:ext cx="8524383" cy="85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501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81000" y="1826514"/>
            <a:ext cx="17150292" cy="8075721"/>
            <a:chOff x="0" y="-38100"/>
            <a:chExt cx="4517009" cy="19330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17009" cy="1894967"/>
            </a:xfrm>
            <a:custGeom>
              <a:avLst/>
              <a:gdLst/>
              <a:ahLst/>
              <a:cxnLst/>
              <a:rect l="l" t="t" r="r" b="b"/>
              <a:pathLst>
                <a:path w="4517009" h="1894967">
                  <a:moveTo>
                    <a:pt x="4517009" y="15800"/>
                  </a:moveTo>
                  <a:lnTo>
                    <a:pt x="4517009" y="1879167"/>
                  </a:lnTo>
                  <a:cubicBezTo>
                    <a:pt x="4517009" y="1887893"/>
                    <a:pt x="4509936" y="1894967"/>
                    <a:pt x="4501210" y="1894967"/>
                  </a:cubicBezTo>
                  <a:lnTo>
                    <a:pt x="15800" y="1894967"/>
                  </a:lnTo>
                  <a:cubicBezTo>
                    <a:pt x="7074" y="1894967"/>
                    <a:pt x="0" y="1887893"/>
                    <a:pt x="0" y="1879167"/>
                  </a:cubicBezTo>
                  <a:lnTo>
                    <a:pt x="0" y="15800"/>
                  </a:lnTo>
                  <a:cubicBezTo>
                    <a:pt x="0" y="7074"/>
                    <a:pt x="7074" y="0"/>
                    <a:pt x="15800" y="0"/>
                  </a:cubicBezTo>
                  <a:lnTo>
                    <a:pt x="4501210" y="0"/>
                  </a:lnTo>
                  <a:cubicBezTo>
                    <a:pt x="4505400" y="0"/>
                    <a:pt x="4509419" y="1665"/>
                    <a:pt x="4512382" y="4628"/>
                  </a:cubicBezTo>
                  <a:cubicBezTo>
                    <a:pt x="4515345" y="7591"/>
                    <a:pt x="4517009" y="11609"/>
                    <a:pt x="4517009" y="15800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17009" cy="1933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40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FEA112B-5322-37DF-A40F-7BF5CFA0D867}"/>
              </a:ext>
            </a:extLst>
          </p:cNvPr>
          <p:cNvSpPr/>
          <p:nvPr/>
        </p:nvSpPr>
        <p:spPr>
          <a:xfrm>
            <a:off x="3581400" y="2264248"/>
            <a:ext cx="1586902" cy="9144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User</a:t>
            </a:r>
            <a:endParaRPr lang="en-IN" sz="24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126D19-F2D8-BC92-2E86-342652DDAC8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374851" y="3178648"/>
            <a:ext cx="0" cy="32204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1D9C836-F01A-9EC8-D8BA-F21AE1948963}"/>
              </a:ext>
            </a:extLst>
          </p:cNvPr>
          <p:cNvSpPr/>
          <p:nvPr/>
        </p:nvSpPr>
        <p:spPr>
          <a:xfrm>
            <a:off x="3079457" y="3499451"/>
            <a:ext cx="2590788" cy="9144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React Frontend</a:t>
            </a:r>
            <a:endParaRPr lang="en-IN" sz="24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ADD25B-412E-8E79-C4F2-EBB990D26119}"/>
              </a:ext>
            </a:extLst>
          </p:cNvPr>
          <p:cNvSpPr/>
          <p:nvPr/>
        </p:nvSpPr>
        <p:spPr>
          <a:xfrm>
            <a:off x="3079457" y="4838827"/>
            <a:ext cx="2590788" cy="9144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Node.js Backend</a:t>
            </a:r>
            <a:endParaRPr lang="en-IN" sz="24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DF8F43-1037-EB9A-125A-0B0624EBE55A}"/>
              </a:ext>
            </a:extLst>
          </p:cNvPr>
          <p:cNvSpPr/>
          <p:nvPr/>
        </p:nvSpPr>
        <p:spPr>
          <a:xfrm>
            <a:off x="2584151" y="6100129"/>
            <a:ext cx="3733799" cy="9144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Incident Analysis Logic</a:t>
            </a:r>
            <a:endParaRPr lang="en-IN" sz="24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3C8BF-67D5-2854-22DD-9BF9B2BC959A}"/>
              </a:ext>
            </a:extLst>
          </p:cNvPr>
          <p:cNvSpPr/>
          <p:nvPr/>
        </p:nvSpPr>
        <p:spPr>
          <a:xfrm>
            <a:off x="2584151" y="7464007"/>
            <a:ext cx="3733799" cy="9144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Results Display</a:t>
            </a:r>
            <a:endParaRPr lang="en-IN" sz="24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0B6ABA-4711-865F-953C-D9C9CEDD4695}"/>
              </a:ext>
            </a:extLst>
          </p:cNvPr>
          <p:cNvSpPr/>
          <p:nvPr/>
        </p:nvSpPr>
        <p:spPr>
          <a:xfrm>
            <a:off x="7620000" y="6100128"/>
            <a:ext cx="3733799" cy="331057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Risk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Recommendations</a:t>
            </a:r>
            <a:endParaRPr lang="en-IN" sz="2400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08E385A-544B-C05C-CB61-600AA61A9E25}"/>
              </a:ext>
            </a:extLst>
          </p:cNvPr>
          <p:cNvCxnSpPr>
            <a:cxnSpLocks/>
          </p:cNvCxnSpPr>
          <p:nvPr/>
        </p:nvCxnSpPr>
        <p:spPr>
          <a:xfrm>
            <a:off x="6317950" y="8020784"/>
            <a:ext cx="1302050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CCFAFF-666D-27C3-9972-B37B62BCC13E}"/>
              </a:ext>
            </a:extLst>
          </p:cNvPr>
          <p:cNvCxnSpPr>
            <a:cxnSpLocks/>
          </p:cNvCxnSpPr>
          <p:nvPr/>
        </p:nvCxnSpPr>
        <p:spPr>
          <a:xfrm>
            <a:off x="4374851" y="4413851"/>
            <a:ext cx="0" cy="32204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6E0241-5932-81BC-3296-036F83DEE13E}"/>
              </a:ext>
            </a:extLst>
          </p:cNvPr>
          <p:cNvCxnSpPr>
            <a:cxnSpLocks/>
          </p:cNvCxnSpPr>
          <p:nvPr/>
        </p:nvCxnSpPr>
        <p:spPr>
          <a:xfrm>
            <a:off x="4374851" y="5778084"/>
            <a:ext cx="0" cy="32204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B7B5EE-4A44-6EBE-B6FE-569466E6DC23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4451050" y="7014529"/>
            <a:ext cx="1" cy="4494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240375" y="8165445"/>
            <a:ext cx="47625" cy="1092855"/>
            <a:chOff x="0" y="0"/>
            <a:chExt cx="12543" cy="2878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287830"/>
            </a:xfrm>
            <a:custGeom>
              <a:avLst/>
              <a:gdLst/>
              <a:ahLst/>
              <a:cxnLst/>
              <a:rect l="l" t="t" r="r" b="b"/>
              <a:pathLst>
                <a:path w="12543" h="287830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00830" y="1203443"/>
            <a:ext cx="11286340" cy="85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50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WORKFLOW (HOW IT WORKS)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66069" y="2476500"/>
            <a:ext cx="17150292" cy="7194994"/>
            <a:chOff x="0" y="0"/>
            <a:chExt cx="4517009" cy="1894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17009" cy="1894967"/>
            </a:xfrm>
            <a:custGeom>
              <a:avLst/>
              <a:gdLst/>
              <a:ahLst/>
              <a:cxnLst/>
              <a:rect l="l" t="t" r="r" b="b"/>
              <a:pathLst>
                <a:path w="4517009" h="1894967">
                  <a:moveTo>
                    <a:pt x="4517009" y="15800"/>
                  </a:moveTo>
                  <a:lnTo>
                    <a:pt x="4517009" y="1879167"/>
                  </a:lnTo>
                  <a:cubicBezTo>
                    <a:pt x="4517009" y="1887893"/>
                    <a:pt x="4509936" y="1894967"/>
                    <a:pt x="4501210" y="1894967"/>
                  </a:cubicBezTo>
                  <a:lnTo>
                    <a:pt x="15800" y="1894967"/>
                  </a:lnTo>
                  <a:cubicBezTo>
                    <a:pt x="7074" y="1894967"/>
                    <a:pt x="0" y="1887893"/>
                    <a:pt x="0" y="1879167"/>
                  </a:cubicBezTo>
                  <a:lnTo>
                    <a:pt x="0" y="15800"/>
                  </a:lnTo>
                  <a:cubicBezTo>
                    <a:pt x="0" y="7074"/>
                    <a:pt x="7074" y="0"/>
                    <a:pt x="15800" y="0"/>
                  </a:cubicBezTo>
                  <a:lnTo>
                    <a:pt x="4501210" y="0"/>
                  </a:lnTo>
                  <a:cubicBezTo>
                    <a:pt x="4505400" y="0"/>
                    <a:pt x="4509419" y="1665"/>
                    <a:pt x="4512382" y="4628"/>
                  </a:cubicBezTo>
                  <a:cubicBezTo>
                    <a:pt x="4515345" y="7591"/>
                    <a:pt x="4517009" y="11609"/>
                    <a:pt x="4517009" y="15800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17009" cy="1933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4037075-BFA6-0097-68C0-83789777108C}"/>
              </a:ext>
            </a:extLst>
          </p:cNvPr>
          <p:cNvSpPr/>
          <p:nvPr/>
        </p:nvSpPr>
        <p:spPr>
          <a:xfrm>
            <a:off x="6429551" y="2745988"/>
            <a:ext cx="2503996" cy="9144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Enter Incident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C5BCAB-C826-F06E-0EC9-91E459328575}"/>
              </a:ext>
            </a:extLst>
          </p:cNvPr>
          <p:cNvSpPr/>
          <p:nvPr/>
        </p:nvSpPr>
        <p:spPr>
          <a:xfrm>
            <a:off x="6429551" y="4102636"/>
            <a:ext cx="2503996" cy="84320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Click “Analyze”</a:t>
            </a:r>
            <a:endParaRPr lang="en-IN" sz="24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3AD990-1E02-6086-D2F7-633A9DB555C9}"/>
              </a:ext>
            </a:extLst>
          </p:cNvPr>
          <p:cNvSpPr/>
          <p:nvPr/>
        </p:nvSpPr>
        <p:spPr>
          <a:xfrm>
            <a:off x="6005149" y="5435589"/>
            <a:ext cx="3352800" cy="77605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Backend Processes Input</a:t>
            </a:r>
            <a:endParaRPr lang="en-IN" sz="24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3D9E0C-C7CF-CBCD-AF9D-FAC1FA7AA977}"/>
              </a:ext>
            </a:extLst>
          </p:cNvPr>
          <p:cNvSpPr/>
          <p:nvPr/>
        </p:nvSpPr>
        <p:spPr>
          <a:xfrm>
            <a:off x="6404873" y="8014481"/>
            <a:ext cx="2636342" cy="103657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Display Results</a:t>
            </a:r>
            <a:endParaRPr lang="en-IN" sz="24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FF41FA-94AD-AD83-5EFA-0F111EBD7138}"/>
              </a:ext>
            </a:extLst>
          </p:cNvPr>
          <p:cNvSpPr/>
          <p:nvPr/>
        </p:nvSpPr>
        <p:spPr>
          <a:xfrm>
            <a:off x="6071322" y="6748683"/>
            <a:ext cx="3352800" cy="77605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Generate Analysis</a:t>
            </a:r>
            <a:endParaRPr lang="en-IN" sz="24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3FD928-B4A6-F73C-1547-300CB60B3865}"/>
              </a:ext>
            </a:extLst>
          </p:cNvPr>
          <p:cNvCxnSpPr>
            <a:cxnSpLocks/>
          </p:cNvCxnSpPr>
          <p:nvPr/>
        </p:nvCxnSpPr>
        <p:spPr>
          <a:xfrm>
            <a:off x="7662673" y="6211640"/>
            <a:ext cx="0" cy="5370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80A88A4-6F70-4FF1-B695-4EF1446DF473}"/>
              </a:ext>
            </a:extLst>
          </p:cNvPr>
          <p:cNvCxnSpPr>
            <a:cxnSpLocks/>
          </p:cNvCxnSpPr>
          <p:nvPr/>
        </p:nvCxnSpPr>
        <p:spPr>
          <a:xfrm>
            <a:off x="7662673" y="7524734"/>
            <a:ext cx="0" cy="5370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382C91B-02F4-BDC4-291E-BBEDF699D933}"/>
              </a:ext>
            </a:extLst>
          </p:cNvPr>
          <p:cNvCxnSpPr>
            <a:cxnSpLocks/>
          </p:cNvCxnSpPr>
          <p:nvPr/>
        </p:nvCxnSpPr>
        <p:spPr>
          <a:xfrm>
            <a:off x="7662673" y="4945842"/>
            <a:ext cx="0" cy="5370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344F57-AE68-F3E8-3638-B529A857D30F}"/>
              </a:ext>
            </a:extLst>
          </p:cNvPr>
          <p:cNvCxnSpPr>
            <a:cxnSpLocks/>
          </p:cNvCxnSpPr>
          <p:nvPr/>
        </p:nvCxnSpPr>
        <p:spPr>
          <a:xfrm>
            <a:off x="7629146" y="3660388"/>
            <a:ext cx="0" cy="5370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8240375" y="8165445"/>
            <a:ext cx="47625" cy="1092855"/>
            <a:chOff x="0" y="0"/>
            <a:chExt cx="12543" cy="2878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287830"/>
            </a:xfrm>
            <a:custGeom>
              <a:avLst/>
              <a:gdLst/>
              <a:ahLst/>
              <a:cxnLst/>
              <a:rect l="l" t="t" r="r" b="b"/>
              <a:pathLst>
                <a:path w="12543" h="287830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86347" y="1203443"/>
            <a:ext cx="7915305" cy="76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 Hub Directory Repository structure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3358" y="2438144"/>
            <a:ext cx="17150292" cy="7194994"/>
            <a:chOff x="0" y="0"/>
            <a:chExt cx="4517009" cy="1894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17009" cy="1894967"/>
            </a:xfrm>
            <a:custGeom>
              <a:avLst/>
              <a:gdLst/>
              <a:ahLst/>
              <a:cxnLst/>
              <a:rect l="l" t="t" r="r" b="b"/>
              <a:pathLst>
                <a:path w="4517009" h="1894967">
                  <a:moveTo>
                    <a:pt x="4517009" y="15800"/>
                  </a:moveTo>
                  <a:lnTo>
                    <a:pt x="4517009" y="1879167"/>
                  </a:lnTo>
                  <a:cubicBezTo>
                    <a:pt x="4517009" y="1887893"/>
                    <a:pt x="4509936" y="1894967"/>
                    <a:pt x="4501210" y="1894967"/>
                  </a:cubicBezTo>
                  <a:lnTo>
                    <a:pt x="15800" y="1894967"/>
                  </a:lnTo>
                  <a:cubicBezTo>
                    <a:pt x="7074" y="1894967"/>
                    <a:pt x="0" y="1887893"/>
                    <a:pt x="0" y="1879167"/>
                  </a:cubicBezTo>
                  <a:lnTo>
                    <a:pt x="0" y="15800"/>
                  </a:lnTo>
                  <a:cubicBezTo>
                    <a:pt x="0" y="7074"/>
                    <a:pt x="7074" y="0"/>
                    <a:pt x="15800" y="0"/>
                  </a:cubicBezTo>
                  <a:lnTo>
                    <a:pt x="4501210" y="0"/>
                  </a:lnTo>
                  <a:cubicBezTo>
                    <a:pt x="4505400" y="0"/>
                    <a:pt x="4509419" y="1665"/>
                    <a:pt x="4512382" y="4628"/>
                  </a:cubicBezTo>
                  <a:cubicBezTo>
                    <a:pt x="4515345" y="7591"/>
                    <a:pt x="4517009" y="11609"/>
                    <a:pt x="4517009" y="15800"/>
                  </a:cubicBezTo>
                  <a:close/>
                </a:path>
              </a:pathLst>
            </a:custGeom>
            <a:solidFill>
              <a:srgbClr val="325493">
                <a:alpha val="34902"/>
              </a:srgbClr>
            </a:solidFill>
          </p:spPr>
          <p:txBody>
            <a:bodyPr/>
            <a:lstStyle/>
            <a:p>
              <a:r>
                <a:rPr lang="en-IN" sz="3600" b="1" dirty="0">
                  <a:solidFill>
                    <a:schemeClr val="bg1"/>
                  </a:solidFill>
                </a:rPr>
                <a:t>AI-Agent-for-Cybersecurity-Incident-Response/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 │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backend/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data/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deployment/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docs/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frontend/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reports/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</a:t>
              </a:r>
              <a:r>
                <a:rPr lang="en-IN" sz="3600" b="1" dirty="0" err="1">
                  <a:solidFill>
                    <a:schemeClr val="bg1"/>
                  </a:solidFill>
                </a:rPr>
                <a:t>src</a:t>
              </a:r>
              <a:r>
                <a:rPr lang="en-IN" sz="3600" b="1" dirty="0">
                  <a:solidFill>
                    <a:schemeClr val="bg1"/>
                  </a:solidFill>
                </a:rPr>
                <a:t>/</a:t>
              </a:r>
            </a:p>
            <a:p>
              <a:r>
                <a:rPr lang="en-IN" sz="3600" b="1" dirty="0">
                  <a:solidFill>
                    <a:schemeClr val="bg1"/>
                  </a:solidFill>
                </a:rPr>
                <a:t>├ .</a:t>
              </a:r>
              <a:r>
                <a:rPr lang="en-IN" sz="3600" b="1" dirty="0" err="1">
                  <a:solidFill>
                    <a:schemeClr val="bg1"/>
                  </a:solidFill>
                </a:rPr>
                <a:t>gitignore</a:t>
              </a:r>
              <a:endParaRPr lang="en-IN" sz="3600" b="1" dirty="0">
                <a:solidFill>
                  <a:schemeClr val="bg1"/>
                </a:solidFill>
              </a:endParaRPr>
            </a:p>
            <a:p>
              <a:r>
                <a:rPr lang="en-IN" sz="3600" b="1" dirty="0">
                  <a:solidFill>
                    <a:schemeClr val="bg1"/>
                  </a:solidFill>
                </a:rPr>
                <a:t> └── README.md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517009" cy="1933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890650" y="302686"/>
            <a:ext cx="3397350" cy="430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140</Words>
  <Application>Microsoft Office PowerPoint</Application>
  <PresentationFormat>Custom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 Bold</vt:lpstr>
      <vt:lpstr>Arial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Black Modern Outer Space Presentation</dc:title>
  <dc:creator>hp</dc:creator>
  <cp:lastModifiedBy>Pranjal Kardile</cp:lastModifiedBy>
  <cp:revision>7</cp:revision>
  <dcterms:created xsi:type="dcterms:W3CDTF">2006-08-16T00:00:00Z</dcterms:created>
  <dcterms:modified xsi:type="dcterms:W3CDTF">2026-07-18T07:56:56Z</dcterms:modified>
  <dc:identifier>DAHBR2gaxzM</dc:identifier>
</cp:coreProperties>
</file>